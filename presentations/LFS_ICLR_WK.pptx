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1 of the proposal: a measurement of the relative language and matched-sentence structure at each layer, what it tracks, how stable it is, and where it fails.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model performs differently across languages. We ask what its internal representations reveal about those differences. Qwen3-8B, zero-shot Belebele, 300 questions per language: English 0.953, German 0.887, French 0.903, Spanish 0.890, Russian 0.833, Arabic 0.870, Persian 0.833, Swahili 0.573, Khmer 0.607, Amharic 0.477. Chance is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3.1.1 pictures three stages: take in the word, process the content, pick the output word. Present this as a motivating hypothesis, not an established account: intermediate layers may contain more structure shared across translations. The proposal asks how strong the language component is, or should be, and whether language spaces can be joined by a simple map, as older word-vector spaces could. Note: the superscript in the diagram refers to the layer and should read LFS^(k).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run each text through a frozen base model and collect the token representations at every layer. Layer 0 is the embedding output and layer K the last block. We average over the T non-padding tokens in fp32 to obtain one vector per text per layer. Nothing is generated. Notation throughout: k layer, K blocks; l language, L languages; c matched sentence, N sentences; d coordinate, D dimension. The diagram uses different symbols; read them as k and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are the first 300 matched sentences from NTREX-128, professionally translated into 128 languages. At each layer we have 38,400 vectors arranged by language and matched sentence: one row per language, one column per sentence, one grid per layer. The example sentences drawn in the figure are illustrative, not necessarily measured sentences. Cell (l, c) holds the pooled vector h_lc^(k).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computing the decomposition, we standardize each coordinate across the complete grid so that a few high-variance coordinates do not dominate the measurement. s_d is the standard deviation of coordinate d across all 38,400 cells at that layer. This is done jointly across languages, never per language: per-language standardization would remove exactly the language differences we want to measure. This is a measurement choice, not proof that the raw geometry is wrong. Example from the study documentation: in Qwen3-8B at layer 19, coordinate 2276 carries 92.8 percent of the raw spread; the share reads 0.347 raw and 0.608 standardized; after standardization that coordinate carries 0.02 percent of the language part. The bars in the figure are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mean is a vector, not a single number; the bar means average. Each language mean averages its row. Each sentence mean averages its column. The grand mean averages the whole grid. After joint centering the grand mean is approximately zero, but retaining it keeps the decomposition clear. Everything that follows is built from how far these means sit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 centered sum of squares splits exactly into three components on the balanced grid. The language part is how far the language means sit from the grand mean, counted N times because each language mean stands for N cells. The sentence part is the same for sentence means, counted L times. The residual is the variation not captured by the additive language and sentence effects; with one observation per cell we do not separately identify interaction and random noise. The squared norm is the squared distance summed across all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Language-Factor Share is the language part divided by the language part plus the sentence part, defined when that denominator is positive. The residual is left out on purpose, so a noisy model does not look language-neutral only because its residual is large. LFS is 1 when the sentence main effect is zero and the language main effect is positive; 0 in the reverse case; the residual can remain nonzero in either case. Qwen3-8B at layer 19: language accounts for 60.8 percent of the combined language and sentence main effects. That is different from its share of total variation, which is 0.351 (sentence 0.226, residual 0.423). Under the stated noise model the expected value is (L-1)/(L+N-2) = 127/426 = 0.298; it is a reference point for this grid, not a universal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unstandardized values, call them x (the figure labels them z; read it as x). Language means 6 and 9, sentence means 3.5, 7.5 and 11.5, grand mean 7.5. The language part is three times the two squared distances 2.25 and 2.25, which is 13.5. The sentence part is two times 16 plus 0 plus 16, which is 64. The residual is zero because this grid is exactly additive. The example gives 13.5 units of language variation and 64 units of sentence variation; their ratio gives LFS of about 0.174. With one coordinate, joint standardization rescales both sums of squares equally, leaving LFS unchanged. The real computation is this, 4,096 coordinates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is repeated at every layer, giving one share per layer: the depth profile. The relative balance changes across layers. In Qwen3-8B the language share falls to an interior minimum and then rises. The profile alone does not establish why; we use separate experiments to investigate what this pattern means. Three numbers summarize a profile: the minimum layer, the minimum share, and the dip depth, the layer-0 value minus the minimum. Qwen3-8B: 0.945 at layer 0, 0.608 at layer 19, 0.958 at layer 36; dip depth 0.336, computed before rounding (unrounded 0.336364). All 17 profiles have an interior minimum with both endpoints higher. The expected value under pure noise is 0.298; the share never reaches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open base models from 11 families, direct-SS LFS. All 17 profiles have an interior minimum with both ends higher. Dip depth ranges from 0.039 for BLOOM-1.7B to 0.336 for Qwen3-8B. Bars are 95 percent sentence-subsampling intervals: 2,000 sets of 300 drawn from 1,500 stored sentences, available for 14 models; a missing bar does not mean zero uncertainty, and these intervals do not capture variation across repeated model training. Half-widths are 0.004 to 0.020 for 12 models; 0.045 for Mistral-7B and 0.059 for Salamandra-2B, the two whose minimum sits at an early layer. Model ordering agrees with the full grid at Spearman at least 0.90 in 2,000 of 2,000 resamples. A separate 19-model expansion set uses LFS-VC; 19 of 19 dip and recover. Three models overlap, giving 33 unique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one family the dip deepens with size: Qwen3 goes 0.206, 0.213, 0.314, 0.336 from 0.6B to 8B. But families at similar sizes differ: Qwen3-1.7B dips deeper than every 7B model from another lab except Llama-3.1-8B; BLOOM, trained on a balanced 46-language mix, barely dips at either size; Salamandra dips more at 2B than at 7B. Parameter count alone does not explain the differences in dip depth. This is a descriptive comparison: it does not isolate training data, architecture, tokenizer, or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at each of the 17 primary models' dip layer. For each of the 127 non-English languages we fit two predictors of its vectors from the same sentences: the English vectors, and the average of the other languages' vectors, excluding both the target language and English. Ridge regression on 64 principal components with 3-fold cross-validation; the ridge predictions use held-out folds, but PCA is fit before the folds, so do not claim the whole preprocessing pipeline never saw the held-out examples. The multilingual reference wins for 113 (BLOOM-1.7B) to 124 of 127 languages, by a median of 0.06 to 0.16 R-squared. English is more often the best donor for high-resource targets. Claim: a multilingual reference predicts target-language representations better than English alone for most tested languages. This is narrower than disproving that models think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dip layer the languages still sit apart. We map each language's vectors into a shared reference space (a generalized-Procrustes consensus) with a nested sequence of maps: a per-language offset (add a language-specific vector), a scale (multiply by one scalar per language), a rotation (change orientation), a general linear map, and a nonlinear map. Each map is credited only with the held-out error it removes. Offset plus scale account for 63 percent (Qwen3-4B, Qwen3-0.6B) to 97 percent (OLMo-2-1B, OLMo-2-7B) of the misalignment reduction; Qwen3-8B offset 36 plus scale 28; rotation never adds more than 0.7 percent (BLOOM-7.1B). 14 models, 1,500 sentences per language, common rank 64. This is a reduction in mapping error under this protocol, not the percentage of language information removed and not an accuracy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 how much the correct preceding context helps predict an English continuation, compared with an unrelated context in the same language. The target stays English. Its preceding sentence from the same news story is supplied in one of 41 context languages, English included. We score the supplied target tokens with teacher-forced fp32 loss; nothing is generated or graded free-form. The control is a length-matched (not exactly identical length) context of the same language from a different story; foreign text from the wrong story hurts, so the control matters. The benefit is the loss difference, normalized separately by the benefit with English context. 100 sentence pairs from 100 documents; 19 models from 13 families; 157,700 scored sequences; protocol and predictions frozen before the run. This measures one form of context benefit, not multilingual capability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result uses LFS-VC, the variance-component estimator; the primary profile plots use direct-SS LFS. The plot summarizes 19 models using median normalized context benefit across 34 languages, placed by sentence-component share at the dip layer (one minus LFS-VC). Spearman 0.77 [0.44, 0.94]. The adjusted analysis is a different aggregation: 646 model-language rows, adjusting for training-data exposure, language family, script, and tokenizer fertility, with uncertainty from resampling models: 0.51 [0.19, 0.71], positive under leave-one-family-out. Smaller language share is associated with greater normalized context benefit; say associated, not uses context more. MEXA on the same test: 0.59 [0.33, 0.82], an external comparator; the difference between correlations is not statistically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three measures against two behaviors. Left: pooled multiple-choice accuracy (Belebele and INCLUDE) on 33 models, 70 languages, 1,740 rows after covariate filtering for the LFS-VC analysis; the saved MEXA and AaR analyses use slightly different available support. Adjusted associations are weak on pooled benchmark accuracy; LFS-VC shows no clear association: 0.04 [-0.05, 0.12]; MEXA 0.24; AaR 0.10. Right: the foreign-context benefit on 19 models, where all three are associated: 0.51, 0.59, 0.44. The two panels use different model and language samples and different bootstrap clustering, so the comparison does not isolate task choice. The two benchmarks' adjusted residuals correlate at 0.315 (a rank correlation, not one third of the variation); it is reported, not offered as a proven explanation. We report the null result as a limit, not a defect to tune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 every vector by one constant and LFS, MEXA, and CKA are exactly unchanged: they are invariant to uniform scaling. The trained condition changes more than scale, so LFS moves slightly. Fine-tuning Qwen3-0.6B with a word-alignment objective from the literature, three seeds, 400 steps: the representation norm fell from 451 to 42, about 10.7-fold; the raw content variance fell from 13,791 to 699, about 19.7-fold. LFS moved only from 0.445 to 0.493; MEXA rose 0.09 over the LM-only control. The norm and raw content variance expose the large magnitude change. Belebele accuracy was similar to the LM-only control, 0.395 versus 0.390: this experiment did not demonstrate capability loss. That is why every LFS value is reported with its raw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the measurement we tried to break it five ways, each with predictions written down first. Second corpus, FLORES-200 with Wikipedia sentences: 17 of 17 profiles dip and recover; depth ordering Spearman 0.92; median absolute change in depth 0.011; granite is the outlier (0.190 to 0.074). Resampled sentences: rank correlation at least 0.90 in every resample (not identical ordering). Sealed predictions for two unseen families: SmolLM2 0.068 (predicted at most 0.15) and Falcon3 0.140 (predicted intermediate); 4 of 4 held. This is separate from the twelve-prediction suite, in which one frozen prediction failed: the precision bound (Mistral-7B 0.045 and Salamandra-2B 0.059, above 0.03). Injected faults: shifts and rotations recovered; uniform shrinking invisible to these scale-invariant measures. Instruction tuning: six base and instruct pairs move dip depth by at most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proposal's four questions, with qualified answers. One: all measured profiles have an interior minimum with higher endpoints; 36 profiles from 33 models, measured with two estimators, direct-SS LFS for the 17 primary models and LFS-VC for the 19-model set. Two: a multilingual reference outperforms English alone for most target languages, 113 to 124 of 127. Three: offset and scale explain most measured mapping error reduction, 63 to 97 percent. Four: LFS-VC is associated with context benefit (0.51 adjusted) but shows no clear adjusted association with pooled benchmark accuracy (0.04). The measurement is relative, so avoid absolute wording such as large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limits, found on purpose. LFS is invariant to uniform representation scaling, so the raw components are always printed beside it; the equal-share shrinking illustration in the figure is schematic, not the actual 0.445-to-0.493 result. LFS is not a training objective. The training campaign covered 28 conditions at three seeds on Qwen3-0.6B. The correlation of +0.92 between LFS and tail alignment comes from six of those conditions, 18 condition-seed points; it does not summarize all 28. Training on LFS itself doubled the dip in 400 steps, and Belebele fell 2.9 points against 1.7 for the LM-only control. The tested interventions did not establish LFS as an effective standalone training objective. Its place in the next aim is design, monitoring, and evaluation, not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discussion. Candidate layers to investigate: the minimum-LFS layer, 19 of 36 for Qwen3-8B and 2 of 32 for Mistral-7B. A minimum-LFS layer is not a demonstrated optimal intervention layer. What to act on: the per-language offset carries most of the language leftover. Offline centering, removing it from saved states, reduced the measured language component by roughly 97 to 98 percent in a pre-test that needed no training; but the saved scorecard also shows retrieval decreasing for both Salamandra models and several other predictions failing. Whether it improves model behavior remains a separate question. How to check a fix: print SS_lang, SS_con, residual and norm, and run the behavioral test, never the share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2026-09-15T00:28:29Z</dcterms:created>
  <dcterms:modified xsi:type="dcterms:W3CDTF">2026-09-15T00:28:29Z</dcterms:modified>
</cp:coreProperties>
</file>